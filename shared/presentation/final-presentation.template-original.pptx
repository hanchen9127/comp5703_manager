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70" r:id="rId3"/>
    <p:sldId id="269" r:id="rId4"/>
    <p:sldId id="256" r:id="rId5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87">
          <p15:clr>
            <a:srgbClr val="A4A3A4"/>
          </p15:clr>
        </p15:guide>
        <p15:guide id="2" pos="28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4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>
        <p:guide orient="horz" pos="1687"/>
        <p:guide pos="286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Chart%20in%20Microsoft%20Office%20PowerPoint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'[Chart in Microsoft Office PowerPoint]Sheet1'!$A$2</c:f>
              <c:strCache>
                <c:ptCount val="1"/>
                <c:pt idx="0">
                  <c:v>Category 1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cat>
            <c:strRef>
              <c:f>'[Chart in Microsoft Office PowerPoint]Sheet1'!$B$1:$D$1</c:f>
              <c:strCache>
                <c:ptCount val="3"/>
                <c:pt idx="0">
                  <c:v>Series 1</c:v>
                </c:pt>
                <c:pt idx="1">
                  <c:v>Series 2</c:v>
                </c:pt>
                <c:pt idx="2">
                  <c:v>Series 3</c:v>
                </c:pt>
              </c:strCache>
            </c:strRef>
          </c:cat>
          <c:val>
            <c:numRef>
              <c:f>'[Chart in Microsoft Office PowerPoint]Sheet1'!$B$2:$D$2</c:f>
              <c:numCache>
                <c:formatCode>General</c:formatCode>
                <c:ptCount val="3"/>
                <c:pt idx="0">
                  <c:v>4.3</c:v>
                </c:pt>
                <c:pt idx="1">
                  <c:v>2.4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89-8B4B-BE01-358B450B1839}"/>
            </c:ext>
          </c:extLst>
        </c:ser>
        <c:ser>
          <c:idx val="1"/>
          <c:order val="1"/>
          <c:tx>
            <c:strRef>
              <c:f>'[Chart in Microsoft Office PowerPoint]Sheet1'!$A$3</c:f>
              <c:strCache>
                <c:ptCount val="1"/>
                <c:pt idx="0">
                  <c:v>Category 2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'[Chart in Microsoft Office PowerPoint]Sheet1'!$B$1:$D$1</c:f>
              <c:strCache>
                <c:ptCount val="3"/>
                <c:pt idx="0">
                  <c:v>Series 1</c:v>
                </c:pt>
                <c:pt idx="1">
                  <c:v>Series 2</c:v>
                </c:pt>
                <c:pt idx="2">
                  <c:v>Series 3</c:v>
                </c:pt>
              </c:strCache>
            </c:strRef>
          </c:cat>
          <c:val>
            <c:numRef>
              <c:f>'[Chart in Microsoft Office PowerPoint]Sheet1'!$B$3:$D$3</c:f>
              <c:numCache>
                <c:formatCode>General</c:formatCode>
                <c:ptCount val="3"/>
                <c:pt idx="0">
                  <c:v>2.5</c:v>
                </c:pt>
                <c:pt idx="1">
                  <c:v>4.4000000000000004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89-8B4B-BE01-358B450B1839}"/>
            </c:ext>
          </c:extLst>
        </c:ser>
        <c:ser>
          <c:idx val="2"/>
          <c:order val="2"/>
          <c:tx>
            <c:strRef>
              <c:f>'[Chart in Microsoft Office PowerPoint]Sheet1'!$A$4</c:f>
              <c:strCache>
                <c:ptCount val="1"/>
                <c:pt idx="0">
                  <c:v>Category 3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cat>
            <c:strRef>
              <c:f>'[Chart in Microsoft Office PowerPoint]Sheet1'!$B$1:$D$1</c:f>
              <c:strCache>
                <c:ptCount val="3"/>
                <c:pt idx="0">
                  <c:v>Series 1</c:v>
                </c:pt>
                <c:pt idx="1">
                  <c:v>Series 2</c:v>
                </c:pt>
                <c:pt idx="2">
                  <c:v>Series 3</c:v>
                </c:pt>
              </c:strCache>
            </c:strRef>
          </c:cat>
          <c:val>
            <c:numRef>
              <c:f>'[Chart in Microsoft Office PowerPoint]Sheet1'!$B$4:$D$4</c:f>
              <c:numCache>
                <c:formatCode>General</c:formatCode>
                <c:ptCount val="3"/>
                <c:pt idx="0">
                  <c:v>3.5</c:v>
                </c:pt>
                <c:pt idx="1">
                  <c:v>1.8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B89-8B4B-BE01-358B450B1839}"/>
            </c:ext>
          </c:extLst>
        </c:ser>
        <c:ser>
          <c:idx val="3"/>
          <c:order val="3"/>
          <c:tx>
            <c:strRef>
              <c:f>'[Chart in Microsoft Office PowerPoint]Sheet1'!$A$5</c:f>
              <c:strCache>
                <c:ptCount val="1"/>
                <c:pt idx="0">
                  <c:v>Category 4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cat>
            <c:strRef>
              <c:f>'[Chart in Microsoft Office PowerPoint]Sheet1'!$B$1:$D$1</c:f>
              <c:strCache>
                <c:ptCount val="3"/>
                <c:pt idx="0">
                  <c:v>Series 1</c:v>
                </c:pt>
                <c:pt idx="1">
                  <c:v>Series 2</c:v>
                </c:pt>
                <c:pt idx="2">
                  <c:v>Series 3</c:v>
                </c:pt>
              </c:strCache>
            </c:strRef>
          </c:cat>
          <c:val>
            <c:numRef>
              <c:f>'[Chart in Microsoft Office PowerPoint]Sheet1'!$B$5:$D$5</c:f>
              <c:numCache>
                <c:formatCode>General</c:formatCode>
                <c:ptCount val="3"/>
                <c:pt idx="0">
                  <c:v>2.1</c:v>
                </c:pt>
                <c:pt idx="1">
                  <c:v>3.4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B89-8B4B-BE01-358B450B1839}"/>
            </c:ext>
          </c:extLst>
        </c:ser>
        <c:ser>
          <c:idx val="4"/>
          <c:order val="4"/>
          <c:tx>
            <c:strRef>
              <c:f>'[Chart in Microsoft Office PowerPoint]Sheet1'!$A$6</c:f>
              <c:strCache>
                <c:ptCount val="1"/>
                <c:pt idx="0">
                  <c:v>Category 5</c:v>
                </c:pt>
              </c:strCache>
            </c:strRef>
          </c:tx>
          <c:spPr>
            <a:solidFill>
              <a:schemeClr val="accent5"/>
            </a:solidFill>
          </c:spPr>
          <c:invertIfNegative val="0"/>
          <c:cat>
            <c:strRef>
              <c:f>'[Chart in Microsoft Office PowerPoint]Sheet1'!$B$1:$D$1</c:f>
              <c:strCache>
                <c:ptCount val="3"/>
                <c:pt idx="0">
                  <c:v>Series 1</c:v>
                </c:pt>
                <c:pt idx="1">
                  <c:v>Series 2</c:v>
                </c:pt>
                <c:pt idx="2">
                  <c:v>Series 3</c:v>
                </c:pt>
              </c:strCache>
            </c:strRef>
          </c:cat>
          <c:val>
            <c:numRef>
              <c:f>'[Chart in Microsoft Office PowerPoint]Sheet1'!$B$6:$D$6</c:f>
              <c:numCache>
                <c:formatCode>General</c:formatCode>
                <c:ptCount val="3"/>
                <c:pt idx="0">
                  <c:v>3</c:v>
                </c:pt>
                <c:pt idx="1">
                  <c:v>3.6</c:v>
                </c:pt>
                <c:pt idx="2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B89-8B4B-BE01-358B450B1839}"/>
            </c:ext>
          </c:extLst>
        </c:ser>
        <c:ser>
          <c:idx val="5"/>
          <c:order val="5"/>
          <c:tx>
            <c:strRef>
              <c:f>'[Chart in Microsoft Office PowerPoint]Sheet1'!$A$7</c:f>
              <c:strCache>
                <c:ptCount val="1"/>
                <c:pt idx="0">
                  <c:v>Category 6</c:v>
                </c:pt>
              </c:strCache>
            </c:strRef>
          </c:tx>
          <c:spPr>
            <a:solidFill>
              <a:schemeClr val="accent6"/>
            </a:solidFill>
          </c:spPr>
          <c:invertIfNegative val="0"/>
          <c:cat>
            <c:strRef>
              <c:f>'[Chart in Microsoft Office PowerPoint]Sheet1'!$B$1:$D$1</c:f>
              <c:strCache>
                <c:ptCount val="3"/>
                <c:pt idx="0">
                  <c:v>Series 1</c:v>
                </c:pt>
                <c:pt idx="1">
                  <c:v>Series 2</c:v>
                </c:pt>
                <c:pt idx="2">
                  <c:v>Series 3</c:v>
                </c:pt>
              </c:strCache>
            </c:strRef>
          </c:cat>
          <c:val>
            <c:numRef>
              <c:f>'[Chart in Microsoft Office PowerPoint]Sheet1'!$B$7:$D$7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B89-8B4B-BE01-358B450B1839}"/>
            </c:ext>
          </c:extLst>
        </c:ser>
        <c:ser>
          <c:idx val="6"/>
          <c:order val="6"/>
          <c:tx>
            <c:strRef>
              <c:f>'[Chart in Microsoft Office PowerPoint]Sheet1'!$A$8</c:f>
              <c:strCache>
                <c:ptCount val="1"/>
              </c:strCache>
            </c:strRef>
          </c:tx>
          <c:invertIfNegative val="0"/>
          <c:cat>
            <c:strRef>
              <c:f>'[Chart in Microsoft Office PowerPoint]Sheet1'!$B$1:$D$1</c:f>
              <c:strCache>
                <c:ptCount val="3"/>
                <c:pt idx="0">
                  <c:v>Series 1</c:v>
                </c:pt>
                <c:pt idx="1">
                  <c:v>Series 2</c:v>
                </c:pt>
                <c:pt idx="2">
                  <c:v>Series 3</c:v>
                </c:pt>
              </c:strCache>
            </c:strRef>
          </c:cat>
          <c:val>
            <c:numRef>
              <c:f>'[Chart in Microsoft Office PowerPoint]Sheet1'!$B$8:$D$8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6-AB89-8B4B-BE01-358B450B18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52546952"/>
        <c:axId val="2052550968"/>
      </c:barChart>
      <c:catAx>
        <c:axId val="20525469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052550968"/>
        <c:crosses val="autoZero"/>
        <c:auto val="1"/>
        <c:lblAlgn val="ctr"/>
        <c:lblOffset val="100"/>
        <c:noMultiLvlLbl val="0"/>
      </c:catAx>
      <c:valAx>
        <c:axId val="205255096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052546952"/>
        <c:crosses val="autoZero"/>
        <c:crossBetween val="between"/>
      </c:valAx>
    </c:plotArea>
    <c:legend>
      <c:legendPos val="r"/>
      <c:legendEntry>
        <c:idx val="6"/>
        <c:delete val="1"/>
      </c:legendEntry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Tw Cen MT"/>
          <a:cs typeface="Tw Cen MT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Red option 1 (add own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PT Template_widescreen_background file_red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4587876" y="0"/>
            <a:ext cx="4556125" cy="5143500"/>
          </a:xfrm>
          <a:solidFill>
            <a:schemeClr val="bg1">
              <a:lumMod val="8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117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Red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PT Template_widescreen_background file_red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Picture 6" descr="269F7152-Edit.jp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99" r="20655"/>
          <a:stretch/>
        </p:blipFill>
        <p:spPr>
          <a:xfrm>
            <a:off x="4579682" y="0"/>
            <a:ext cx="4564318" cy="5165567"/>
          </a:xfrm>
          <a:prstGeom prst="rect">
            <a:avLst/>
          </a:prstGeom>
        </p:spPr>
      </p:pic>
      <p:sp>
        <p:nvSpPr>
          <p:cNvPr id="12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0698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Red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PPT Template_widescreen_background file_red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6" descr="Cropped images_Widescreen_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60888" y="0"/>
            <a:ext cx="4595812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2712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Red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PPT Template_widescreen_background file_red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6" descr="Cropped images_Widescreen_4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60888" y="0"/>
            <a:ext cx="4595812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4580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 Red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PPT Template_widescreen_background file_red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2" r="28959"/>
          <a:stretch/>
        </p:blipFill>
        <p:spPr bwMode="auto">
          <a:xfrm>
            <a:off x="4530724" y="0"/>
            <a:ext cx="46132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18610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– Red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PPT Template_widescreen_background file_red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Picture 8" descr="269F8271-Edit.jp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7" r="18811"/>
          <a:stretch/>
        </p:blipFill>
        <p:spPr>
          <a:xfrm>
            <a:off x="4560888" y="1"/>
            <a:ext cx="4583112" cy="5143500"/>
          </a:xfrm>
          <a:prstGeom prst="rect">
            <a:avLst/>
          </a:prstGeom>
        </p:spPr>
      </p:pic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18610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Red option 5 (no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PPT Template_widescreen_background file_red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3545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White option 1 (add own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" name="Picture 7" descr="USY_MB1_PMS_1_Colour_Standard_Logo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4645169" y="313766"/>
            <a:ext cx="4035774" cy="451316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rtlCol="0" anchor="ctr">
            <a:norm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60073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Whit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7" descr="Cropped images_Widescreen_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45025" y="314325"/>
            <a:ext cx="4035425" cy="451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 descr="USY_MB1_PMS_1_Colour_Standard_Logo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445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Whit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7" descr="Cropped images_Widescreen_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49788" y="314325"/>
            <a:ext cx="4030662" cy="45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 descr="USY_MB1_PMS_1_Colour_Standard_Logo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66307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Whit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7" descr="Cropped images_Widescreen_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45025" y="309563"/>
            <a:ext cx="4035425" cy="451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 descr="USY_MB1_PMS_1_Colour_Standard_Logo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04526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White option 5 (no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7" descr="USY_MB1_PMS_1_Colour_Standard_Logo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51898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  <a:lvl2pPr marL="742950" indent="-285750">
              <a:lnSpc>
                <a:spcPct val="90000"/>
              </a:lnSpc>
              <a:buFont typeface="Lucida Grande"/>
              <a:buChar char="–"/>
              <a:defRPr/>
            </a:lvl2pPr>
            <a:lvl3pPr>
              <a:lnSpc>
                <a:spcPct val="90000"/>
              </a:lnSpc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8069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19944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19944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2266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57200" y="4118372"/>
            <a:ext cx="4038600" cy="403202"/>
          </a:xfrm>
        </p:spPr>
        <p:txBody>
          <a:bodyPr lIns="0" tIns="72000" rIns="7200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7200" y="1020366"/>
            <a:ext cx="4038600" cy="3097796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19944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11627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4"/>
          <p:cNvSpPr>
            <a:spLocks noGrp="1"/>
          </p:cNvSpPr>
          <p:nvPr>
            <p:ph type="tbl" sz="quarter" idx="12"/>
          </p:nvPr>
        </p:nvSpPr>
        <p:spPr>
          <a:xfrm>
            <a:off x="457200" y="1020367"/>
            <a:ext cx="4038600" cy="3098006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 noProof="0"/>
              <a:t>Click icon to add table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19944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457200" y="4118372"/>
            <a:ext cx="4038600" cy="403202"/>
          </a:xfrm>
        </p:spPr>
        <p:txBody>
          <a:bodyPr lIns="0" tIns="72000" rIns="7200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25970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/>
          <p:cNvSpPr>
            <a:spLocks noGrp="1"/>
          </p:cNvSpPr>
          <p:nvPr>
            <p:ph type="chart" sz="quarter" idx="13"/>
          </p:nvPr>
        </p:nvSpPr>
        <p:spPr>
          <a:xfrm>
            <a:off x="457200" y="1020367"/>
            <a:ext cx="4038600" cy="309800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pPr lvl="0"/>
            <a:r>
              <a:rPr lang="en-GB" noProof="0"/>
              <a:t>Click icon to add chart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19944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457200" y="4118372"/>
            <a:ext cx="4038600" cy="403202"/>
          </a:xfrm>
        </p:spPr>
        <p:txBody>
          <a:bodyPr lIns="0" tIns="72000" rIns="7200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180795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/>
        <p:txBody>
          <a:bodyPr rtlCol="0" anchor="ctr" anchorCtr="1">
            <a:normAutofit/>
          </a:bodyPr>
          <a:lstStyle>
            <a:lvl1pPr marL="0" indent="0" algn="ctr">
              <a:buNone/>
              <a:defRPr baseline="0"/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8945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5874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60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pic>
        <p:nvPicPr>
          <p:cNvPr id="8" name="Picture 7" descr="USY_MB1_PMS_1_Colour_Reversed_Logo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025" y="4429125"/>
            <a:ext cx="15367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81884" y="261227"/>
            <a:ext cx="8388586" cy="396568"/>
          </a:xfrm>
        </p:spPr>
        <p:txBody>
          <a:bodyPr tIns="0" anchor="t"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1884" y="657795"/>
            <a:ext cx="8387705" cy="639366"/>
          </a:xfrm>
        </p:spPr>
        <p:txBody>
          <a:bodyPr tIns="72000"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454455" y="1350309"/>
            <a:ext cx="8226486" cy="3476622"/>
          </a:xfrm>
          <a:solidFill>
            <a:srgbClr val="D9D9D9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16228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Template_widescreen_background file_charcoal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000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81884" y="1348200"/>
            <a:ext cx="3948874" cy="1224574"/>
          </a:xfrm>
        </p:spPr>
        <p:txBody>
          <a:bodyPr tIns="0" anchor="t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428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Template_widescreen_background file_blue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000"/>
          </a:xfrm>
          <a:prstGeom prst="rect">
            <a:avLst/>
          </a:prstGeom>
        </p:spPr>
      </p:pic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381884" y="1348200"/>
            <a:ext cx="3948874" cy="1388445"/>
          </a:xfrm>
        </p:spPr>
        <p:txBody>
          <a:bodyPr tIns="0" anchor="t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3159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Template_widescreen_background file_yellow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000"/>
          </a:xfrm>
          <a:prstGeom prst="rect">
            <a:avLst/>
          </a:prstGeom>
        </p:spPr>
      </p:pic>
      <p:sp>
        <p:nvSpPr>
          <p:cNvPr id="8" name="Title 8"/>
          <p:cNvSpPr>
            <a:spLocks noGrp="1"/>
          </p:cNvSpPr>
          <p:nvPr>
            <p:ph type="title"/>
          </p:nvPr>
        </p:nvSpPr>
        <p:spPr>
          <a:xfrm>
            <a:off x="381884" y="1348200"/>
            <a:ext cx="3948874" cy="1634252"/>
          </a:xfrm>
        </p:spPr>
        <p:txBody>
          <a:bodyPr tIns="0" anchor="t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977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Insert slide title here… 28pt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019175"/>
            <a:ext cx="8229600" cy="357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Sub-heading Bold… 24pt</a:t>
            </a:r>
          </a:p>
          <a:p>
            <a:pPr lvl="0"/>
            <a:r>
              <a:rPr lang="en-US" dirty="0"/>
              <a:t>Add body copy </a:t>
            </a:r>
          </a:p>
          <a:p>
            <a:pPr lvl="0"/>
            <a:r>
              <a:rPr lang="en-US" dirty="0"/>
              <a:t>Add bullet point</a:t>
            </a:r>
          </a:p>
          <a:p>
            <a:pPr lvl="0"/>
            <a:r>
              <a:rPr lang="en-US" dirty="0"/>
              <a:t>Add bullet point</a:t>
            </a:r>
          </a:p>
        </p:txBody>
      </p:sp>
      <p:sp>
        <p:nvSpPr>
          <p:cNvPr id="11" name="Date Placeholder 3"/>
          <p:cNvSpPr txBox="1">
            <a:spLocks/>
          </p:cNvSpPr>
          <p:nvPr/>
        </p:nvSpPr>
        <p:spPr>
          <a:xfrm>
            <a:off x="381000" y="4767263"/>
            <a:ext cx="2133600" cy="2746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lang="en-US" sz="900" b="0" i="0" u="none" strike="noStrike" kern="1200" baseline="0" smtClean="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dirty="0"/>
              <a:t>The University of Sydney</a:t>
            </a:r>
          </a:p>
        </p:txBody>
      </p:sp>
      <p:sp>
        <p:nvSpPr>
          <p:cNvPr id="12" name="Slide Number Placeholder 5"/>
          <p:cNvSpPr txBox="1">
            <a:spLocks/>
          </p:cNvSpPr>
          <p:nvPr/>
        </p:nvSpPr>
        <p:spPr>
          <a:xfrm>
            <a:off x="6629400" y="4767263"/>
            <a:ext cx="2133600" cy="2746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Page </a:t>
            </a:r>
            <a:fld id="{17B45C2B-5911-204A-99D5-05E77B133151}" type="slidenum">
              <a:rPr lang="en-US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51" r:id="rId5"/>
    <p:sldLayoutId id="2147483752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47" r:id="rId21"/>
    <p:sldLayoutId id="2147483748" r:id="rId22"/>
    <p:sldLayoutId id="2147483749" r:id="rId23"/>
    <p:sldLayoutId id="2147483750" r:id="rId24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accent1"/>
          </a:solidFill>
          <a:latin typeface="Tw Cen MT"/>
          <a:ea typeface="ＭＳ Ｐゴシック" charset="0"/>
          <a:cs typeface="Tw Cen MT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Lucida Grande" charset="0"/>
        <a:buChar char="–"/>
        <a:defRPr sz="24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ea typeface="+mj-ea"/>
              </a:rPr>
              <a:t>Presentation title</a:t>
            </a:r>
            <a:br>
              <a:rPr lang="en-US" dirty="0">
                <a:ea typeface="+mj-ea"/>
              </a:rPr>
            </a:br>
            <a:endParaRPr lang="en-US" b="0" dirty="0">
              <a:solidFill>
                <a:schemeClr val="tx1"/>
              </a:solidFill>
              <a:ea typeface="+mj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Lucida Grande"/>
              <a:buNone/>
              <a:defRPr/>
            </a:pPr>
            <a:r>
              <a:rPr lang="en-US" b="1" dirty="0">
                <a:ea typeface="+mn-ea"/>
              </a:rPr>
              <a:t>Presented by Group XX - X</a:t>
            </a:r>
            <a:endParaRPr lang="en-US" dirty="0">
              <a:ea typeface="+mn-ea"/>
            </a:endParaRPr>
          </a:p>
          <a:p>
            <a:pPr eaLnBrk="1" fontAlgn="auto" hangingPunct="1">
              <a:spcAft>
                <a:spcPts val="0"/>
              </a:spcAft>
              <a:buFont typeface="Lucida Grande"/>
              <a:buNone/>
              <a:defRPr/>
            </a:pPr>
            <a:r>
              <a:rPr lang="en-US" dirty="0" err="1">
                <a:ea typeface="+mn-ea"/>
              </a:rPr>
              <a:t>Firstname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Lastname</a:t>
            </a:r>
            <a:r>
              <a:rPr lang="en-US" dirty="0">
                <a:ea typeface="+mn-ea"/>
              </a:rPr>
              <a:t>, …, (all members)</a:t>
            </a:r>
          </a:p>
          <a:p>
            <a:pPr eaLnBrk="1" fontAlgn="auto" hangingPunct="1">
              <a:spcAft>
                <a:spcPts val="0"/>
              </a:spcAft>
              <a:buFont typeface="Lucida Grande"/>
              <a:buNone/>
              <a:defRPr/>
            </a:pPr>
            <a:r>
              <a:rPr lang="en-US" dirty="0">
                <a:ea typeface="+mn-ea"/>
              </a:rPr>
              <a:t>Faculty, </a:t>
            </a:r>
            <a:r>
              <a:rPr lang="en-US" dirty="0" err="1">
                <a:ea typeface="+mn-ea"/>
              </a:rPr>
              <a:t>centre</a:t>
            </a:r>
            <a:r>
              <a:rPr lang="en-US" dirty="0">
                <a:ea typeface="+mn-ea"/>
              </a:rPr>
              <a:t> or unit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5E1D-FAFE-211D-C169-DB66E85DD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CF500-A438-F4DC-2A64-FA7EA5BD2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Full name of group member 1 (</a:t>
            </a:r>
            <a:r>
              <a:rPr lang="en-US" i="1" dirty="0" err="1"/>
              <a:t>UniKey</a:t>
            </a:r>
            <a:r>
              <a:rPr lang="en-US" i="1" dirty="0"/>
              <a:t>)</a:t>
            </a:r>
          </a:p>
          <a:p>
            <a:pPr lvl="1"/>
            <a:r>
              <a:rPr lang="en-US" i="1" dirty="0"/>
              <a:t>Roles and responsibilities</a:t>
            </a:r>
          </a:p>
          <a:p>
            <a:r>
              <a:rPr lang="en-US" i="1" dirty="0"/>
              <a:t>…</a:t>
            </a:r>
          </a:p>
          <a:p>
            <a:r>
              <a:rPr lang="en-US" i="1" dirty="0"/>
              <a:t>…</a:t>
            </a:r>
          </a:p>
          <a:p>
            <a:r>
              <a:rPr lang="en-US" i="1" dirty="0"/>
              <a:t>Full name of group member X (</a:t>
            </a:r>
            <a:r>
              <a:rPr lang="en-US" i="1" dirty="0" err="1"/>
              <a:t>UniKey</a:t>
            </a:r>
            <a:r>
              <a:rPr lang="en-US" i="1" dirty="0"/>
              <a:t>)</a:t>
            </a:r>
          </a:p>
          <a:p>
            <a:pPr lvl="1"/>
            <a:r>
              <a:rPr lang="en-US" i="1" dirty="0"/>
              <a:t>Roles and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2852470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w Cen MT" charset="0"/>
              </a:rPr>
              <a:t>Slide title… 28pt font size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b="1" dirty="0"/>
              <a:t>Sub-heading bold… 24pt</a:t>
            </a:r>
          </a:p>
          <a:p>
            <a:pPr marL="0" indent="0" fontAlgn="auto">
              <a:spcAft>
                <a:spcPts val="600"/>
              </a:spcAft>
              <a:buNone/>
              <a:defRPr/>
            </a:pPr>
            <a:r>
              <a:rPr lang="en-US" dirty="0">
                <a:solidFill>
                  <a:prstClr val="black"/>
                </a:solidFill>
              </a:rPr>
              <a:t>Body copy… 24pt</a:t>
            </a:r>
          </a:p>
          <a:p>
            <a:pPr fontAlgn="auto">
              <a:spcAft>
                <a:spcPts val="600"/>
              </a:spcAft>
              <a:buFont typeface="Lucida Grande"/>
              <a:buChar char="–"/>
              <a:defRPr/>
            </a:pPr>
            <a:r>
              <a:rPr lang="en-US" dirty="0">
                <a:solidFill>
                  <a:prstClr val="black"/>
                </a:solidFill>
              </a:rPr>
              <a:t>Bullet point… 24pt</a:t>
            </a:r>
          </a:p>
          <a:p>
            <a:pPr fontAlgn="auto">
              <a:spcAft>
                <a:spcPts val="600"/>
              </a:spcAft>
              <a:buFont typeface="Lucida Grande"/>
              <a:buChar char="–"/>
              <a:defRPr/>
            </a:pPr>
            <a:r>
              <a:rPr lang="en-US" dirty="0">
                <a:solidFill>
                  <a:prstClr val="black"/>
                </a:solidFill>
              </a:rPr>
              <a:t>Bullet point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552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w Cen MT" charset="0"/>
              </a:rPr>
              <a:t>Slide title… 28pt font size</a:t>
            </a:r>
          </a:p>
        </p:txBody>
      </p:sp>
      <p:sp>
        <p:nvSpPr>
          <p:cNvPr id="18435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eaLnBrk="1" hangingPunct="1">
              <a:buFont typeface="Lucida Grande" charset="0"/>
              <a:buNone/>
            </a:pPr>
            <a:r>
              <a:rPr lang="en-US" dirty="0">
                <a:solidFill>
                  <a:srgbClr val="000000"/>
                </a:solidFill>
                <a:latin typeface="Tw Cen MT" charset="0"/>
              </a:rPr>
              <a:t>Please use this graph design to ensure the </a:t>
            </a:r>
            <a:r>
              <a:rPr lang="en-US" dirty="0" err="1">
                <a:solidFill>
                  <a:srgbClr val="000000"/>
                </a:solidFill>
                <a:latin typeface="Tw Cen MT" charset="0"/>
              </a:rPr>
              <a:t>colour</a:t>
            </a:r>
            <a:r>
              <a:rPr lang="en-US" dirty="0">
                <a:solidFill>
                  <a:srgbClr val="000000"/>
                </a:solidFill>
                <a:latin typeface="Tw Cen MT" charset="0"/>
              </a:rPr>
              <a:t> theme is consistent.</a:t>
            </a:r>
          </a:p>
        </p:txBody>
      </p:sp>
      <p:sp>
        <p:nvSpPr>
          <p:cNvPr id="18436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buFont typeface="Lucida Grande" charset="0"/>
              <a:buNone/>
            </a:pPr>
            <a:r>
              <a:rPr lang="en-US">
                <a:latin typeface="Tw Cen MT" charset="0"/>
              </a:rPr>
              <a:t>Place caption here if required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617267"/>
              </p:ext>
            </p:extLst>
          </p:nvPr>
        </p:nvGraphicFramePr>
        <p:xfrm>
          <a:off x="446548" y="1020368"/>
          <a:ext cx="4038600" cy="3098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PPT-template-widescreen_August15">
  <a:themeElements>
    <a:clrScheme name="The University of Sydney_Color Theme">
      <a:dk1>
        <a:sysClr val="windowText" lastClr="000000"/>
      </a:dk1>
      <a:lt1>
        <a:sysClr val="window" lastClr="FFFFFF"/>
      </a:lt1>
      <a:dk2>
        <a:srgbClr val="0148A4"/>
      </a:dk2>
      <a:lt2>
        <a:srgbClr val="EEECE1"/>
      </a:lt2>
      <a:accent1>
        <a:srgbClr val="E64626"/>
      </a:accent1>
      <a:accent2>
        <a:srgbClr val="EF8025"/>
      </a:accent2>
      <a:accent3>
        <a:srgbClr val="FFB800"/>
      </a:accent3>
      <a:accent4>
        <a:srgbClr val="5C923E"/>
      </a:accent4>
      <a:accent5>
        <a:srgbClr val="5496DB"/>
      </a:accent5>
      <a:accent6>
        <a:srgbClr val="0148A4"/>
      </a:accent6>
      <a:hlink>
        <a:srgbClr val="E64626"/>
      </a:hlink>
      <a:folHlink>
        <a:srgbClr val="F05133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PPT-template-widescreen_August15</Template>
  <TotalTime>4</TotalTime>
  <Words>93</Words>
  <Application>Microsoft Macintosh PowerPoint</Application>
  <PresentationFormat>On-screen Show (16:9)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Lucida Grande</vt:lpstr>
      <vt:lpstr>Tw Cen MT</vt:lpstr>
      <vt:lpstr>PPT-template-widescreen_August15</vt:lpstr>
      <vt:lpstr>Presentation title </vt:lpstr>
      <vt:lpstr>Information</vt:lpstr>
      <vt:lpstr>Slide title… 28pt font size</vt:lpstr>
      <vt:lpstr>Slide title… 28pt font size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Presentation sub-title</dc:title>
  <dc:creator>Xi Wu</dc:creator>
  <cp:lastModifiedBy>Xi Wu</cp:lastModifiedBy>
  <cp:revision>3</cp:revision>
  <dcterms:created xsi:type="dcterms:W3CDTF">2023-03-02T12:07:27Z</dcterms:created>
  <dcterms:modified xsi:type="dcterms:W3CDTF">2023-09-26T00:44:16Z</dcterms:modified>
</cp:coreProperties>
</file>